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AcademiQ – Platform Akademik SaaS Modern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Sistem manajemen akademik berbasis cloud untuk SD hingga SMA</a:t>
            </a:r>
          </a:p>
          <a:p>
            <a:pPr/>
            <a:r>
              <a:t>Dirancang untuk menghadapi perubahan regulasi pendidikan</a:t>
            </a:r>
          </a:p>
          <a:p>
            <a:pPr/>
            <a:r>
              <a:t>Arsitektur SaaS yang aman dan skalabel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Tantangan Sekolah Saat 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Perubahan kurikulum dan aturan yang sering terjadi</a:t>
            </a:r>
          </a:p>
          <a:p>
            <a:pPr/>
            <a:r>
              <a:t>Administrasi akademik masih banyak dilakukan manual</a:t>
            </a:r>
          </a:p>
          <a:p>
            <a:pPr/>
            <a:r>
              <a:t>Sistem nilai, absensi, dan keuangan terpisah</a:t>
            </a:r>
          </a:p>
          <a:p>
            <a:pPr/>
            <a:r>
              <a:t>Keterbatasan sumber daya IT di sekolah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Solusi Kami: AcademiQ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Platform akademik modular dalam satu sistem</a:t>
            </a:r>
          </a:p>
          <a:p>
            <a:pPr/>
            <a:r>
              <a:t>Konfigurasi berbasis tahun ajaran</a:t>
            </a:r>
          </a:p>
          <a:p>
            <a:pPr/>
            <a:r>
              <a:t>Fleksibel mengikuti aturan pemerintah dan kebijakan sekolah</a:t>
            </a:r>
          </a:p>
          <a:p>
            <a:pPr/>
            <a:r>
              <a:t>Dapat diakses kapan saja melalui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Dirancang Sesuai Operasional Sekolah Nyata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Mendukung struktur wali kelas dan guru mata pelajaran</a:t>
            </a:r>
          </a:p>
          <a:p>
            <a:pPr/>
            <a:r>
              <a:t>Alur persetujuan rapor oleh wali kelas dan kepala sekolah</a:t>
            </a:r>
          </a:p>
          <a:p>
            <a:pPr/>
            <a:r>
              <a:t>Mengelola kenaikan kelas dan kelulusan siswa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Multi-Sekolah yang Sesungguhnya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Setiap sekolah memiliki tenant terpisah</a:t>
            </a:r>
          </a:p>
          <a:p>
            <a:pPr/>
            <a:r>
              <a:t>Konfigurasi dapat disesuaikan per sekolah</a:t>
            </a:r>
          </a:p>
          <a:p>
            <a:pPr/>
            <a:r>
              <a:t>Onboarding sekolah baru cepat dan mudah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Paket Berlangganan Fleksibel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Free – fitur inti tanpa penyimpanan file</a:t>
            </a:r>
          </a:p>
          <a:p>
            <a:pPr/>
            <a:r>
              <a:t>Pro – modul lengkap dengan batas penyimpanan</a:t>
            </a:r>
          </a:p>
          <a:p>
            <a:pPr/>
            <a:r>
              <a:t>Ultimate – semua fitur dengan kapasitas lebih besar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Modular – Bayar Sesuai Kebutuhan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Modul inti dan modul tambahan dapat dipilih</a:t>
            </a:r>
          </a:p>
          <a:p>
            <a:pPr/>
            <a:r>
              <a:t>Sekolah dapat mengaktifkan modul sesuai kesiapan</a:t>
            </a:r>
          </a:p>
          <a:p>
            <a:pPr/>
            <a:r>
              <a:t>Mengurangi kompleksitas dan biaya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Keunggulan Utama: Sistem Sadar Tahun Ajaran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Setiap tahun ajaran memiliki konfigurasi tersendiri</a:t>
            </a:r>
          </a:p>
          <a:p>
            <a:pPr/>
            <a:r>
              <a:t>Perubahan kurikulum tidak merusak data lama</a:t>
            </a:r>
          </a:p>
          <a:p>
            <a:pPr/>
            <a:r>
              <a:t>Data historis tetap valid dan dapat diaudit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Manajemen Kurikulum &amp; Mata Pelajaran Cerdas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Mata pelajaran diatur per tahun ajaran</a:t>
            </a:r>
          </a:p>
          <a:p>
            <a:pPr/>
            <a:r>
              <a:t>Mendukung perubahan kurikulum tiap tahun</a:t>
            </a:r>
          </a:p>
          <a:p>
            <a:pPr/>
            <a:r>
              <a:t>Nilai kelulusan dapat disesuaikan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Manajemen Data Sekolah yang Efisien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Import massal siswa dan guru via Excel</a:t>
            </a:r>
          </a:p>
          <a:p>
            <a:pPr/>
            <a:r>
              <a:t>Validasi otomatis untuk mengurangi kesalahan</a:t>
            </a:r>
          </a:p>
          <a:p>
            <a:pPr/>
            <a:r>
              <a:t>Cocok untuk sekolah besar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Integrasi QR Code untuk Operasional Harian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Absensi berbasis QR</a:t>
            </a:r>
          </a:p>
          <a:p>
            <a:pPr/>
            <a:r>
              <a:t>Peminjaman perpustakaan</a:t>
            </a:r>
          </a:p>
          <a:p>
            <a:pPr/>
            <a:r>
              <a:t>Verifikasi peserta ujian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Penilaian &amp; Rapor Lengkap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 nilai oleh guru mapel</a:t>
            </a:r>
          </a:p>
          <a:p>
            <a:pPr/>
            <a:r>
              <a:t>Review wali kelas</a:t>
            </a:r>
          </a:p>
          <a:p>
            <a:pPr/>
            <a:r>
              <a:t>Persetujuan kepala sekolah</a:t>
            </a:r>
          </a:p>
          <a:p>
            <a:pPr/>
            <a:r>
              <a:t>Orang tua dapat melihat rapor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Keterlibatan Orang Tua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Akun khusus untuk orang tua</a:t>
            </a:r>
          </a:p>
          <a:p>
            <a:pPr/>
            <a:r>
              <a:t>Melihat nilai, absensi, dan tagihan</a:t>
            </a:r>
          </a:p>
          <a:p>
            <a:pPr/>
            <a:r>
              <a:t>Transparansi komunikasi sekolah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Aman, Skalabel, dan Siap Masa Depan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Arsitektur cloud modern</a:t>
            </a:r>
          </a:p>
          <a:p>
            <a:pPr/>
            <a:r>
              <a:t>Isolasi data per sekolah</a:t>
            </a:r>
          </a:p>
          <a:p>
            <a:pPr/>
            <a:r>
              <a:t>Siap digunakan dalam skala besar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AcademiQ Berbeda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Desain berbasis tahun ajaran</a:t>
            </a:r>
          </a:p>
          <a:p>
            <a:pPr/>
            <a:r>
              <a:t>Dibangun dari proses sekolah nyata</a:t>
            </a:r>
          </a:p>
          <a:p>
            <a:pPr/>
            <a:r>
              <a:t>Model harga modular SaaS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Mari Transformasi Manajemen Sekolah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Kurangi beban administrasi</a:t>
            </a:r>
          </a:p>
          <a:p>
            <a:pPr/>
            <a:r>
              <a:t>Tingkatkan akurasi dan transparansi data</a:t>
            </a:r>
          </a:p>
          <a:p>
            <a:pPr/>
            <a:r>
              <a:t>AcademiQ – Fleksibel, Modern, Siap Masa Depan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