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AcademiQ – Modern Academic SaaS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Cloud-based academic management for Elementary to High School</a:t>
            </a:r>
          </a:p>
          <a:p>
            <a:pPr/>
            <a:r>
              <a:t>Designed for evolving education regulations</a:t>
            </a:r>
          </a:p>
          <a:p>
            <a:pPr/>
            <a:r>
              <a:t>Built with scalable and secure SaaS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Schools Face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Frequent curriculum and regulation changes</a:t>
            </a:r>
          </a:p>
          <a:p>
            <a:pPr/>
            <a:r>
              <a:t>Manual and repetitive academic administration</a:t>
            </a:r>
          </a:p>
          <a:p>
            <a:pPr/>
            <a:r>
              <a:t>Disconnected systems for grades, attendance, and finance</a:t>
            </a:r>
          </a:p>
          <a:p>
            <a:pPr/>
            <a:r>
              <a:t>Limited IT resources in schools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AcademiQ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All-in-one modular academic platform</a:t>
            </a:r>
          </a:p>
          <a:p>
            <a:pPr/>
            <a:r>
              <a:t>Year-aware academic configuration</a:t>
            </a:r>
          </a:p>
          <a:p>
            <a:pPr/>
            <a:r>
              <a:t>Flexible to follow government and institutional changes</a:t>
            </a:r>
          </a:p>
          <a:p>
            <a:pPr/>
            <a:r>
              <a:t>Accessible anywhere via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Designed for Real School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Built based on real school workflows</a:t>
            </a:r>
          </a:p>
          <a:p>
            <a:pPr/>
            <a:r>
              <a:t>Supports homeroom structure and subject-teacher mapping</a:t>
            </a:r>
          </a:p>
          <a:p>
            <a:pPr/>
            <a:r>
              <a:t>Handles report card approval hierarchy</a:t>
            </a:r>
          </a:p>
          <a:p>
            <a:pPr/>
            <a:r>
              <a:t>Manages student promotion and graduation cycles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True SaaS, Built for Multi-School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Each school operates as an isolated tenant</a:t>
            </a:r>
          </a:p>
          <a:p>
            <a:pPr/>
            <a:r>
              <a:t>Centralized platform with customizable configuration per school</a:t>
            </a:r>
          </a:p>
          <a:p>
            <a:pPr/>
            <a:r>
              <a:t>Easy onboarding for new schools</a:t>
            </a:r>
          </a:p>
          <a:p>
            <a:pPr/>
            <a:r>
              <a:t>Scalable infrastructure for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Subscription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Free Plan – core features, no file storage</a:t>
            </a:r>
          </a:p>
          <a:p>
            <a:pPr/>
            <a:r>
              <a:t>Pro Plan – extended modules with storage quota</a:t>
            </a:r>
          </a:p>
          <a:p>
            <a:pPr/>
            <a:r>
              <a:t>Ultimate Plan – full features and higher capacity</a:t>
            </a:r>
          </a:p>
          <a:p>
            <a:pPr/>
            <a:r>
              <a:t>Schools can upgrade anytime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 System – Pay Only for What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Core modules: students, teachers, classes, subjects</a:t>
            </a:r>
          </a:p>
          <a:p>
            <a:pPr/>
            <a:r>
              <a:t>Optional modules: attendance, grading, finance, library</a:t>
            </a:r>
          </a:p>
          <a:p>
            <a:pPr/>
            <a:r>
              <a:t>Schools activate modules based on readiness</a:t>
            </a:r>
          </a:p>
          <a:p>
            <a:pPr/>
            <a:r>
              <a:t>Reduces complexity and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Year–Aware System (Our Key Differentiator)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Each academic year has its own configuration snapshot</a:t>
            </a:r>
          </a:p>
          <a:p>
            <a:pPr/>
            <a:r>
              <a:t>Supports curriculum changes year by year</a:t>
            </a:r>
          </a:p>
          <a:p>
            <a:pPr/>
            <a:r>
              <a:t>Historical data remains intact and auditable</a:t>
            </a:r>
          </a:p>
          <a:p>
            <a:pPr/>
            <a:r>
              <a:t>Ready for future regulation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Curriculum &amp; Subject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Subjects managed per academic year and grade level</a:t>
            </a:r>
          </a:p>
          <a:p>
            <a:pPr/>
            <a:r>
              <a:t>Supports different curricula across years</a:t>
            </a:r>
          </a:p>
          <a:p>
            <a:pPr/>
            <a:r>
              <a:t>Flexible passing grade configuration</a:t>
            </a:r>
          </a:p>
          <a:p>
            <a:pPr/>
            <a:r>
              <a:t>Prevents data corruption from rule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Efficient School 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Bulk import for students and teachers via Excel</a:t>
            </a:r>
          </a:p>
          <a:p>
            <a:pPr/>
            <a:r>
              <a:t>Validation system to reduce human error</a:t>
            </a:r>
          </a:p>
          <a:p>
            <a:pPr/>
            <a:r>
              <a:t>Easy updates without manual re-entry</a:t>
            </a:r>
          </a:p>
          <a:p>
            <a:pPr/>
            <a:r>
              <a:t>Ideal for large schools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QR Code Integration for Daily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QR-based attendance</a:t>
            </a:r>
          </a:p>
          <a:p>
            <a:pPr/>
            <a:r>
              <a:t>Library transaction support</a:t>
            </a:r>
          </a:p>
          <a:p>
            <a:pPr/>
            <a:r>
              <a:t>Exam identity verification</a:t>
            </a:r>
          </a:p>
          <a:p>
            <a:pPr/>
            <a:r>
              <a:t>Practical use without overcomplication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Grading &amp; Report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Teacher input per subject</a:t>
            </a:r>
          </a:p>
          <a:p>
            <a:pPr/>
            <a:r>
              <a:t>Homeroom teacher review</a:t>
            </a:r>
          </a:p>
          <a:p>
            <a:pPr/>
            <a:r>
              <a:t>Principal approval workflow</a:t>
            </a:r>
          </a:p>
          <a:p>
            <a:pPr/>
            <a:r>
              <a:t>Parent access to final report cards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Parent Engagement Built-In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Parents receive their own access accounts</a:t>
            </a:r>
          </a:p>
          <a:p>
            <a:pPr/>
            <a:r>
              <a:t>View grades, attendance, and billing</a:t>
            </a:r>
          </a:p>
          <a:p>
            <a:pPr/>
            <a:r>
              <a:t>Improves communication transparency</a:t>
            </a:r>
          </a:p>
          <a:p>
            <a:pPr/>
            <a:r>
              <a:t>Supports modern digital school expectations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Secure, Scalable, and Future-Ready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Cloud-native microservice architecture</a:t>
            </a:r>
          </a:p>
          <a:p>
            <a:pPr/>
            <a:r>
              <a:t>Data isolated per school tenant</a:t>
            </a:r>
          </a:p>
          <a:p>
            <a:pPr/>
            <a:r>
              <a:t>Designed for performance and reliability</a:t>
            </a:r>
          </a:p>
          <a:p>
            <a:pPr/>
            <a:r>
              <a:t>Ready for national-scale adoption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AcademiQ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Academic-year-aware design (rare in competitors)</a:t>
            </a:r>
          </a:p>
          <a:p>
            <a:pPr/>
            <a:r>
              <a:t>Built from real school processes, not generic ERP</a:t>
            </a:r>
          </a:p>
          <a:p>
            <a:pPr/>
            <a:r>
              <a:t>Modular SaaS pricing model</a:t>
            </a:r>
          </a:p>
          <a:p>
            <a:pPr/>
            <a:r>
              <a:t>Designed for long-term regulatory adaptation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Transform School Management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Reduce administrative burden</a:t>
            </a:r>
          </a:p>
          <a:p>
            <a:pPr/>
            <a:r>
              <a:t>Increase data accuracy and transparency</a:t>
            </a:r>
          </a:p>
          <a:p>
            <a:pPr/>
            <a:r>
              <a:t>Prepare your school for digital education future</a:t>
            </a:r>
          </a:p>
          <a:p>
            <a:pPr/>
            <a:r>
              <a:t>AcademiQ – Smart, Flexible, Future-Ready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